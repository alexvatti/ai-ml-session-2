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D12A-8D4B-2D55-3473-7E8997773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E164F-1742-78C5-F499-F2EE66AD0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A917-92F9-EF9F-CC60-DA29A569B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D3FAF-7253-F2CB-4075-0C2B2139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C1754-C86A-F31A-38D2-68EB57F9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6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C00D-A781-64F6-4EB0-415D4206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72EA-EA4A-E26B-1EE5-85F3BE1C1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B5DE-8103-4FD0-3C38-060236E5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7A73-0C9E-AAE2-3878-839ED2BF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49409-144E-5551-8D50-7CE67850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85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C07-C6A7-B98E-A75E-D48220E3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399C1-CB03-A375-35A2-A06C1DF4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FE2D-BCC1-F01D-D878-1C8CCF85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1AE53-4620-74C7-6049-F64E1B93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AD7A5-BD4C-ED88-DC95-ED611A29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0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099D-D0DD-9989-D071-D1FB62E3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2A5EC-0B35-0F84-2625-B4517968A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F8CC4-2718-8ED8-A84F-981BD7B31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B1E99-2A34-4950-9F0D-52ABBEAA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98695-1DBB-A55F-0C5F-4616EC79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A730F-6913-84F6-BB28-47DDD541E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6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5C71-DC17-CA37-9E2F-5B84FFE49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FD3A5-68B0-BDD9-3E45-1523362D9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FF9E5-DB10-1FA1-F8D3-C0C6CA40E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DEADE-079B-4614-437F-A39B18644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E3443-C6AD-F3A1-1A96-B25EFCE7E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3D3E0-5DE9-2C0E-FED3-76ED076A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BB0F4A-B20B-AA6D-299F-9614813D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D198CD-7585-44EC-E955-EC5B29AB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27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416B-FA8C-75A1-1D67-66571BC7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7E46E-A805-E209-3603-00EF595E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32132-AA2E-E7C3-BD0B-2C13DCF3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D4826-1536-2810-78BF-A76BD1DC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66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F96AAA-BE38-2134-9EC9-804AF801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7D33F-DCA6-EE17-3F13-B729019B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3B68-9782-F98B-0AEB-CD4B4471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27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583CC-B46F-5D74-8461-BD545882D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5BF51-657B-D614-8628-42B156BA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E2C6F-4018-0CCE-6949-086CBD3DD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A2DB4-7EC9-7529-FA46-3101FF2C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73DEA-7628-5A81-ED59-471920F3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2ED12-E87B-E2DE-49FB-09BAA3FF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97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415C-97E1-3C8F-703B-F70630E8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ACB53C-44DD-5B84-16CC-071214445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A1F20-9018-1CB8-A72A-5709E7A0A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8255-0253-A572-FFB3-915DC4316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3BE64-11F7-A676-DE52-60A6DC9A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A2FF-FEAE-8DEA-EAA5-DB89D50E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7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F3E7-639E-4A4D-9D00-1DCF49B7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86F21-1895-EFB3-D5D0-1EEC75996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154FB-6DC0-FB40-A8ED-B8005AF1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A1521-9CB1-48EC-3330-FBC4F743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2ABC4-A245-81A5-96C7-B265FF3D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1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711DF8-10CA-4EB8-4059-09085EFE2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8D5C5-309C-133F-38BB-D32B31F26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6C07D-5742-8DED-5B0A-D3C99B4E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CB71-9179-A775-F8BD-31D3AB48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7142D-E234-C89C-9C8E-8494444D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36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F441D-3A3D-A055-FCBD-855DF70E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DB96A-F896-C6DC-BEDF-22049712F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73310-E081-04B1-227A-9F7887666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50919-36E3-4B4E-9A57-45BA440048E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00779-9598-755F-E3C7-F75B86481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9AE9D-1774-F75C-AC2C-7B303F4ED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593C-6A63-48ED-97D9-46B8CF8FB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86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0CDB-EAA3-7818-7CF4-F5419638E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530" y="1052051"/>
            <a:ext cx="9143999" cy="855407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Gen AI – AI AGENT – AGENTIC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E0162-7110-B556-A9DD-37CFCE060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607" y="2300748"/>
            <a:ext cx="3165987" cy="316598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6324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0E4F0D5-08FE-07CE-CD8F-4E0BD4705E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50" y="302604"/>
            <a:ext cx="7561007" cy="45840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6F257-D549-F6F8-30DA-E8383417A60F}"/>
              </a:ext>
            </a:extLst>
          </p:cNvPr>
          <p:cNvSpPr txBox="1"/>
          <p:nvPr/>
        </p:nvSpPr>
        <p:spPr>
          <a:xfrm>
            <a:off x="698090" y="5034117"/>
            <a:ext cx="10353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Poppins-Regular"/>
              </a:rPr>
              <a:t>GenAI operates by training on vast amounts of data to learn patterns and relationships, subsequently creating </a:t>
            </a:r>
            <a:r>
              <a:rPr lang="en-US" b="1" i="0" dirty="0">
                <a:solidFill>
                  <a:schemeClr val="accent6"/>
                </a:solidFill>
                <a:effectLst/>
                <a:latin typeface="Poppins-Regular"/>
              </a:rPr>
              <a:t>new data that mirrors these learned patterns</a:t>
            </a:r>
            <a:r>
              <a:rPr lang="en-US" b="0" i="0" dirty="0">
                <a:solidFill>
                  <a:srgbClr val="000000"/>
                </a:solidFill>
                <a:effectLst/>
                <a:latin typeface="Poppins-Regular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28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09E3-DDB9-5228-69D7-68E9BF6C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/>
          <a:lstStyle/>
          <a:p>
            <a:r>
              <a:rPr lang="en-IN" b="1" dirty="0"/>
              <a:t>LLM</a:t>
            </a:r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60280F-E494-CF6B-BEB0-B1870CDC4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383" y="1085568"/>
            <a:ext cx="9024165" cy="50913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976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193D-8E5F-AA67-9F32-100A5B9C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B565-1CD2-4502-B8EE-E5094EE2C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70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295B-36F9-0481-5115-C5EDB496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870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rgbClr val="7030A0"/>
                </a:solidFill>
              </a:rPr>
              <a:t>AI Agent vs Generative AI 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C2407B-CFC2-D3CE-EFAF-DA010726B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503" y="824996"/>
            <a:ext cx="8042787" cy="55517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41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81C5-4C74-B22E-7952-51A58625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398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Prompt in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ADC1-60F7-3D41-FFB3-582AE3425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484671"/>
            <a:ext cx="10992463" cy="48473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prompt</a:t>
            </a:r>
            <a:r>
              <a:rPr lang="en-US" dirty="0"/>
              <a:t> is the </a:t>
            </a:r>
            <a:r>
              <a:rPr lang="en-US" b="1" dirty="0"/>
              <a:t>input you give to a Large Language Model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tells the model </a:t>
            </a:r>
            <a:r>
              <a:rPr lang="en-US" i="1" dirty="0"/>
              <a:t>what to do</a:t>
            </a:r>
            <a:r>
              <a:rPr lang="en-US" dirty="0"/>
              <a:t>, </a:t>
            </a:r>
            <a:r>
              <a:rPr lang="en-US" i="1" dirty="0"/>
              <a:t>what information you want</a:t>
            </a:r>
            <a:r>
              <a:rPr lang="en-US" dirty="0"/>
              <a:t>, or </a:t>
            </a:r>
            <a:r>
              <a:rPr lang="en-US" i="1" dirty="0"/>
              <a:t>how you want the output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Examples of prompts for an LLM:</a:t>
            </a:r>
          </a:p>
          <a:p>
            <a:pPr lvl="1"/>
            <a:r>
              <a:rPr lang="en-US" dirty="0"/>
              <a:t>“Explain machine learning in simple words.”</a:t>
            </a:r>
          </a:p>
          <a:p>
            <a:pPr lvl="1"/>
            <a:r>
              <a:rPr lang="en-US" dirty="0"/>
              <a:t>“Write Python code to sort a list.”</a:t>
            </a:r>
          </a:p>
          <a:p>
            <a:pPr lvl="1"/>
            <a:r>
              <a:rPr lang="en-US" dirty="0"/>
              <a:t>“Summarize this document.”</a:t>
            </a:r>
          </a:p>
          <a:p>
            <a:pPr marL="0" indent="0">
              <a:buNone/>
            </a:pPr>
            <a:r>
              <a:rPr lang="en-US" b="1" dirty="0"/>
              <a:t>Purpose of a prompt in LLMs:</a:t>
            </a:r>
          </a:p>
          <a:p>
            <a:pPr lvl="1"/>
            <a:r>
              <a:rPr lang="en-US" dirty="0"/>
              <a:t>Guide the model</a:t>
            </a:r>
          </a:p>
          <a:p>
            <a:pPr lvl="1"/>
            <a:r>
              <a:rPr lang="en-US" dirty="0"/>
              <a:t>Set context</a:t>
            </a:r>
          </a:p>
          <a:p>
            <a:pPr lvl="1"/>
            <a:r>
              <a:rPr lang="en-US" dirty="0"/>
              <a:t>Define output structure</a:t>
            </a:r>
          </a:p>
          <a:p>
            <a:pPr lvl="1"/>
            <a:r>
              <a:rPr lang="en-US" dirty="0"/>
              <a:t>Control tone or format</a:t>
            </a:r>
          </a:p>
          <a:p>
            <a:r>
              <a:rPr lang="en-US" dirty="0"/>
              <a:t>LLM = </a:t>
            </a:r>
            <a:r>
              <a:rPr lang="en-US" i="1" dirty="0"/>
              <a:t>responds to prompts</a:t>
            </a:r>
            <a:r>
              <a:rPr lang="en-US" dirty="0"/>
              <a:t> → No memory or actions unless specified.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75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EF9837-D961-ECC4-6222-551F66C9F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524" y="206221"/>
            <a:ext cx="9350476" cy="65050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499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4D76-4741-91D2-CF6F-C2974CE71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466049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Super Easy Acronym – R.O.D</a:t>
            </a:r>
          </a:p>
          <a:p>
            <a:r>
              <a:rPr lang="en-US" b="1" dirty="0"/>
              <a:t>R – Role</a:t>
            </a:r>
          </a:p>
          <a:p>
            <a:pPr lvl="1"/>
            <a:r>
              <a:rPr lang="en-US" dirty="0"/>
              <a:t>Tell the AI </a:t>
            </a:r>
            <a:r>
              <a:rPr lang="en-US" i="1" dirty="0"/>
              <a:t>who to be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“Act as a financial advisor.”</a:t>
            </a:r>
            <a:endParaRPr lang="en-US" dirty="0"/>
          </a:p>
          <a:p>
            <a:r>
              <a:rPr lang="en-US" b="1" dirty="0"/>
              <a:t>O – Objective</a:t>
            </a:r>
          </a:p>
          <a:p>
            <a:pPr lvl="1"/>
            <a:r>
              <a:rPr lang="en-US" dirty="0"/>
              <a:t>Tell the AI </a:t>
            </a:r>
            <a:r>
              <a:rPr lang="en-US" i="1" dirty="0"/>
              <a:t>what you want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“Explain SIP vs Lumpsum investment.”</a:t>
            </a:r>
            <a:endParaRPr lang="en-US" dirty="0"/>
          </a:p>
          <a:p>
            <a:r>
              <a:rPr lang="en-US" b="1" dirty="0"/>
              <a:t>D – Deliverable</a:t>
            </a:r>
          </a:p>
          <a:p>
            <a:pPr lvl="1"/>
            <a:r>
              <a:rPr lang="en-US" dirty="0"/>
              <a:t>Tell the AI </a:t>
            </a:r>
            <a:r>
              <a:rPr lang="en-US" i="1" dirty="0"/>
              <a:t>how the answer should be presented.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“Give the explanation in a clear comparison table.”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38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B498-0C08-9E30-9964-A2C5DF9C9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3" y="521110"/>
            <a:ext cx="11080955" cy="577153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Simple Acronym – S.M.A.R.T Prompt</a:t>
            </a:r>
          </a:p>
          <a:p>
            <a:r>
              <a:rPr lang="en-US" b="1" dirty="0"/>
              <a:t>S – Specific</a:t>
            </a:r>
          </a:p>
          <a:p>
            <a:pPr lvl="1"/>
            <a:r>
              <a:rPr lang="en-US" dirty="0"/>
              <a:t>Ask a clear question.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Explain SIP vs Lumpsum.</a:t>
            </a:r>
            <a:endParaRPr lang="en-US" dirty="0"/>
          </a:p>
          <a:p>
            <a:r>
              <a:rPr lang="en-US" b="1" dirty="0"/>
              <a:t>M – Measurable</a:t>
            </a:r>
          </a:p>
          <a:p>
            <a:pPr lvl="1"/>
            <a:r>
              <a:rPr lang="en-US" dirty="0"/>
              <a:t>Specify output format.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Use a comparison table.</a:t>
            </a:r>
            <a:endParaRPr lang="en-US" dirty="0"/>
          </a:p>
          <a:p>
            <a:r>
              <a:rPr lang="en-US" b="1" dirty="0"/>
              <a:t>A – Action</a:t>
            </a:r>
          </a:p>
          <a:p>
            <a:pPr lvl="1"/>
            <a:r>
              <a:rPr lang="en-US" dirty="0"/>
              <a:t>Describe what you want the model to do.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Compare risk, returns, and ideal use case.</a:t>
            </a:r>
            <a:endParaRPr lang="en-US" dirty="0"/>
          </a:p>
          <a:p>
            <a:r>
              <a:rPr lang="en-US" b="1" dirty="0"/>
              <a:t>R – Role</a:t>
            </a:r>
          </a:p>
          <a:p>
            <a:pPr lvl="1"/>
            <a:r>
              <a:rPr lang="en-US" dirty="0"/>
              <a:t>Assign expertise.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Act as a financial advisor.</a:t>
            </a:r>
            <a:endParaRPr lang="en-US" dirty="0"/>
          </a:p>
          <a:p>
            <a:r>
              <a:rPr lang="en-US" b="1" dirty="0"/>
              <a:t>T – Tone</a:t>
            </a:r>
          </a:p>
          <a:p>
            <a:pPr lvl="1"/>
            <a:r>
              <a:rPr lang="en-US" dirty="0"/>
              <a:t>Define tone/style.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Use simple, beginner-friendly language.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80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9F91-B381-D93D-EB39-2119536ED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3" y="176980"/>
            <a:ext cx="10648335" cy="621398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Write a Perfect Prompt – P.R.O.M.P.T</a:t>
            </a:r>
          </a:p>
          <a:p>
            <a:endParaRPr lang="en-US" b="1" dirty="0"/>
          </a:p>
          <a:p>
            <a:r>
              <a:rPr lang="en-US" b="1" dirty="0"/>
              <a:t>P – Purpose</a:t>
            </a:r>
          </a:p>
          <a:p>
            <a:pPr lvl="1"/>
            <a:r>
              <a:rPr lang="en-US" dirty="0"/>
              <a:t>Clearly state the goal.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I want to understand SIP vs Lumpsum.</a:t>
            </a:r>
            <a:endParaRPr lang="en-US" dirty="0"/>
          </a:p>
          <a:p>
            <a:r>
              <a:rPr lang="en-US" b="1" dirty="0"/>
              <a:t>R – Role</a:t>
            </a:r>
          </a:p>
          <a:p>
            <a:pPr lvl="1"/>
            <a:r>
              <a:rPr lang="en-US" dirty="0"/>
              <a:t>Assign who the AI should act as.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Act as a financial advisor.</a:t>
            </a:r>
            <a:endParaRPr lang="en-US" dirty="0"/>
          </a:p>
          <a:p>
            <a:r>
              <a:rPr lang="en-US" b="1" dirty="0"/>
              <a:t>O – Output Format</a:t>
            </a:r>
          </a:p>
          <a:p>
            <a:pPr lvl="1"/>
            <a:r>
              <a:rPr lang="en-US" dirty="0"/>
              <a:t>Specify exact structure.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Give the answer in a comparison table.</a:t>
            </a:r>
            <a:endParaRPr lang="en-US" dirty="0"/>
          </a:p>
          <a:p>
            <a:r>
              <a:rPr lang="en-US" b="1" dirty="0"/>
              <a:t>M – Must-Include Points</a:t>
            </a:r>
          </a:p>
          <a:p>
            <a:pPr lvl="1"/>
            <a:r>
              <a:rPr lang="en-US" dirty="0"/>
              <a:t>List key details needed.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Cover risk, returns, and ideal duration.</a:t>
            </a:r>
            <a:endParaRPr lang="en-US" dirty="0"/>
          </a:p>
          <a:p>
            <a:r>
              <a:rPr lang="en-US" b="1" dirty="0"/>
              <a:t>P – Parameters</a:t>
            </a:r>
          </a:p>
          <a:p>
            <a:pPr lvl="1"/>
            <a:r>
              <a:rPr lang="en-US" dirty="0"/>
              <a:t>Tone, depth, and length.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Simple language, short points.</a:t>
            </a:r>
            <a:endParaRPr lang="en-US" dirty="0"/>
          </a:p>
          <a:p>
            <a:r>
              <a:rPr lang="en-US" b="1" dirty="0"/>
              <a:t>T – Target Audience</a:t>
            </a:r>
          </a:p>
          <a:p>
            <a:pPr lvl="1"/>
            <a:r>
              <a:rPr lang="en-US" dirty="0"/>
              <a:t>Tell who the explanation is for.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i="1" dirty="0"/>
              <a:t>Explain for a beginner investor.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1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3FAC-3452-DF8D-1462-3A3415A6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129"/>
            <a:ext cx="10623755" cy="7079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AI Agent Frameworks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7A358-D478-0088-DDFA-0F66A7842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816077"/>
            <a:ext cx="11157155" cy="56142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b="1" dirty="0"/>
              <a:t>1. LangChain</a:t>
            </a:r>
          </a:p>
          <a:p>
            <a:pPr lvl="1"/>
            <a:r>
              <a:rPr lang="en-US" dirty="0"/>
              <a:t>A leading framework for building AI agent apps.</a:t>
            </a:r>
            <a:br>
              <a:rPr lang="en-US" dirty="0"/>
            </a:br>
            <a:r>
              <a:rPr lang="en-US" dirty="0"/>
              <a:t>It connects LLMs with tools, memory, APIs, and databases to perform actions.</a:t>
            </a:r>
          </a:p>
          <a:p>
            <a:r>
              <a:rPr lang="en-US" b="1" dirty="0"/>
              <a:t>2. </a:t>
            </a:r>
            <a:r>
              <a:rPr lang="en-US" b="1" dirty="0" err="1"/>
              <a:t>LangGraph</a:t>
            </a:r>
            <a:endParaRPr lang="en-US" b="1" dirty="0"/>
          </a:p>
          <a:p>
            <a:pPr lvl="1"/>
            <a:r>
              <a:rPr lang="en-US" dirty="0"/>
              <a:t>Built on LangChain for creating </a:t>
            </a:r>
            <a:r>
              <a:rPr lang="en-US" b="1" dirty="0"/>
              <a:t>stateful, multi-step AI agents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Great for workflows, loops, planning, and complex reasoning tasks.</a:t>
            </a:r>
          </a:p>
          <a:p>
            <a:r>
              <a:rPr lang="en-US" b="1" dirty="0"/>
              <a:t>3. </a:t>
            </a:r>
            <a:r>
              <a:rPr lang="en-US" b="1" dirty="0" err="1"/>
              <a:t>CrewAI</a:t>
            </a:r>
            <a:endParaRPr lang="en-US" b="1" dirty="0"/>
          </a:p>
          <a:p>
            <a:pPr lvl="1"/>
            <a:r>
              <a:rPr lang="en-US" dirty="0"/>
              <a:t>A multi-agent framework where multiple AI agents work together like a team.</a:t>
            </a:r>
            <a:br>
              <a:rPr lang="en-US" dirty="0"/>
            </a:br>
            <a:r>
              <a:rPr lang="en-US" dirty="0"/>
              <a:t>Each agent has a role, tools, and responsibilities to complete bigger tasks.</a:t>
            </a:r>
          </a:p>
          <a:p>
            <a:r>
              <a:rPr lang="en-US" b="1" dirty="0"/>
              <a:t>4. Microsoft </a:t>
            </a:r>
            <a:r>
              <a:rPr lang="en-US" b="1" dirty="0" err="1"/>
              <a:t>AutoGen</a:t>
            </a:r>
            <a:endParaRPr lang="en-US" b="1" dirty="0"/>
          </a:p>
          <a:p>
            <a:pPr lvl="1"/>
            <a:r>
              <a:rPr lang="en-US" dirty="0"/>
              <a:t>Allows AI agents to communicate with each other and humans.</a:t>
            </a:r>
            <a:br>
              <a:rPr lang="en-US" dirty="0"/>
            </a:br>
            <a:r>
              <a:rPr lang="en-US" dirty="0"/>
              <a:t>Ideal for problem-solving, coding, and building collaborative agent systems.</a:t>
            </a:r>
          </a:p>
          <a:p>
            <a:r>
              <a:rPr lang="en-US" b="1" dirty="0"/>
              <a:t>5. n8n (AI + Automation Workflows)</a:t>
            </a:r>
          </a:p>
          <a:p>
            <a:pPr lvl="1"/>
            <a:r>
              <a:rPr lang="en-US" dirty="0"/>
              <a:t>A no-code automation tool that can integrate AI agents into workflows visually.</a:t>
            </a:r>
            <a:br>
              <a:rPr lang="en-US" dirty="0"/>
            </a:br>
            <a:r>
              <a:rPr lang="en-US" dirty="0"/>
              <a:t>Used to automate emails, APIs, CRM, scheduling, and business processes with AI.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820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D39-3FC5-AE46-5CC0-A134DB17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Most Important Components of an AI Agent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3DEB-0AAC-D58D-BA7F-81E975AB6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1592826"/>
            <a:ext cx="10756490" cy="46211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b="1" dirty="0"/>
              <a:t>1. LLM Brain</a:t>
            </a:r>
          </a:p>
          <a:p>
            <a:pPr lvl="1"/>
            <a:r>
              <a:rPr lang="en-US" dirty="0"/>
              <a:t>The model that understands, reasons, and generates responses.</a:t>
            </a:r>
          </a:p>
          <a:p>
            <a:r>
              <a:rPr lang="en-US" b="1" dirty="0"/>
              <a:t>2. Tools &amp; Actions</a:t>
            </a:r>
          </a:p>
          <a:p>
            <a:pPr lvl="1"/>
            <a:r>
              <a:rPr lang="en-US" dirty="0"/>
              <a:t>APIs, databases, search, code execution—allows the agent to </a:t>
            </a:r>
            <a:r>
              <a:rPr lang="en-US" i="1" dirty="0"/>
              <a:t>act</a:t>
            </a:r>
            <a:r>
              <a:rPr lang="en-US" dirty="0"/>
              <a:t> in the real world.</a:t>
            </a:r>
          </a:p>
          <a:p>
            <a:r>
              <a:rPr lang="en-US" b="1" dirty="0"/>
              <a:t>3. Memory</a:t>
            </a:r>
          </a:p>
          <a:p>
            <a:pPr lvl="1"/>
            <a:r>
              <a:rPr lang="en-US" dirty="0"/>
              <a:t>Stores context, user details, and past interactions for smarter responses.</a:t>
            </a:r>
          </a:p>
          <a:p>
            <a:r>
              <a:rPr lang="en-US" b="1" dirty="0"/>
              <a:t>4. Planning &amp; Reasoning</a:t>
            </a:r>
          </a:p>
          <a:p>
            <a:pPr lvl="1"/>
            <a:r>
              <a:rPr lang="en-US" dirty="0"/>
              <a:t>Step-by-step thinking, decision-making, and task execution loops.</a:t>
            </a:r>
          </a:p>
          <a:p>
            <a:r>
              <a:rPr lang="en-US" b="1" dirty="0"/>
              <a:t>5. Workflow / Integrations</a:t>
            </a:r>
          </a:p>
          <a:p>
            <a:pPr lvl="1"/>
            <a:r>
              <a:rPr lang="en-US" dirty="0"/>
              <a:t>Connections to apps (n8n, CRMs, emails, cloud) to automate end-to-end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6826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706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Poppins-Regular</vt:lpstr>
      <vt:lpstr>Office Theme</vt:lpstr>
      <vt:lpstr>Gen AI – AI AGENT – AGENTIC AI</vt:lpstr>
      <vt:lpstr>PowerPoint Presentation</vt:lpstr>
      <vt:lpstr>LLM </vt:lpstr>
      <vt:lpstr>PowerPoint Presentation</vt:lpstr>
      <vt:lpstr>AI Agent vs Generative AI </vt:lpstr>
      <vt:lpstr>Prompt in LLMs</vt:lpstr>
      <vt:lpstr>PowerPoint Presentation</vt:lpstr>
      <vt:lpstr>PowerPoint Presentation</vt:lpstr>
      <vt:lpstr>PowerPoint Presentation</vt:lpstr>
      <vt:lpstr>PowerPoint Presentation</vt:lpstr>
      <vt:lpstr>AI Agent Frameworks </vt:lpstr>
      <vt:lpstr>Most Important Components of an AI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Reddy</dc:creator>
  <cp:lastModifiedBy>Alex Reddy</cp:lastModifiedBy>
  <cp:revision>2</cp:revision>
  <dcterms:created xsi:type="dcterms:W3CDTF">2025-12-02T14:00:17Z</dcterms:created>
  <dcterms:modified xsi:type="dcterms:W3CDTF">2025-12-03T03:34:31Z</dcterms:modified>
</cp:coreProperties>
</file>